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79BE3B-C8A1-46CE-98B4-D5A5BA918F90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006F05C-887E-4E57-837A-B8A9E197BAD8}">
      <dgm:prSet phldrT="[Text]" phldr="0"/>
      <dgm:spPr/>
      <dgm:t>
        <a:bodyPr/>
        <a:lstStyle/>
        <a:p>
          <a:r>
            <a:rPr lang="en-US" dirty="0"/>
            <a:t>Parameter Design &amp; Calibration</a:t>
          </a:r>
          <a:endParaRPr lang="en-IN" dirty="0"/>
        </a:p>
      </dgm:t>
    </dgm:pt>
    <dgm:pt modelId="{B49EA3A8-C650-437F-BDE6-789C36CE9AF6}" type="parTrans" cxnId="{FD498BF8-141E-4CBF-9C34-56B70EEFA927}">
      <dgm:prSet/>
      <dgm:spPr/>
      <dgm:t>
        <a:bodyPr/>
        <a:lstStyle/>
        <a:p>
          <a:endParaRPr lang="en-IN"/>
        </a:p>
      </dgm:t>
    </dgm:pt>
    <dgm:pt modelId="{4E7869B1-E81F-4274-B1A4-880E8B636308}" type="sibTrans" cxnId="{FD498BF8-141E-4CBF-9C34-56B70EEFA927}">
      <dgm:prSet/>
      <dgm:spPr/>
      <dgm:t>
        <a:bodyPr/>
        <a:lstStyle/>
        <a:p>
          <a:endParaRPr lang="en-IN"/>
        </a:p>
      </dgm:t>
    </dgm:pt>
    <dgm:pt modelId="{430070C6-533E-4980-851A-845B8CBB5415}">
      <dgm:prSet phldrT="[Text]" phldr="0"/>
      <dgm:spPr/>
      <dgm:t>
        <a:bodyPr/>
        <a:lstStyle/>
        <a:p>
          <a:r>
            <a:rPr lang="en-US" dirty="0"/>
            <a:t>Simulation</a:t>
          </a:r>
          <a:endParaRPr lang="en-IN" dirty="0"/>
        </a:p>
      </dgm:t>
    </dgm:pt>
    <dgm:pt modelId="{C08A4441-87D1-451E-9311-6DFA0FB740D9}" type="parTrans" cxnId="{FEC7E957-C4A1-4E92-82F5-A2BDF9278A29}">
      <dgm:prSet/>
      <dgm:spPr/>
      <dgm:t>
        <a:bodyPr/>
        <a:lstStyle/>
        <a:p>
          <a:endParaRPr lang="en-IN"/>
        </a:p>
      </dgm:t>
    </dgm:pt>
    <dgm:pt modelId="{CE8B117B-EDD8-4102-AE21-64009018BD59}" type="sibTrans" cxnId="{FEC7E957-C4A1-4E92-82F5-A2BDF9278A29}">
      <dgm:prSet/>
      <dgm:spPr/>
      <dgm:t>
        <a:bodyPr/>
        <a:lstStyle/>
        <a:p>
          <a:endParaRPr lang="en-IN"/>
        </a:p>
      </dgm:t>
    </dgm:pt>
    <dgm:pt modelId="{9BECC03F-0072-4AB4-9996-212FC48BFC68}">
      <dgm:prSet phldrT="[Text]" phldr="0"/>
      <dgm:spPr/>
      <dgm:t>
        <a:bodyPr/>
        <a:lstStyle/>
        <a:p>
          <a:r>
            <a:rPr lang="en-US" dirty="0"/>
            <a:t>Data</a:t>
          </a:r>
          <a:endParaRPr lang="en-IN" dirty="0"/>
        </a:p>
      </dgm:t>
    </dgm:pt>
    <dgm:pt modelId="{CF1A90F7-7701-4A79-A819-8D90DD94FD8C}" type="parTrans" cxnId="{09C7FD04-21C3-4E6C-A49D-75D99C55F2C4}">
      <dgm:prSet/>
      <dgm:spPr/>
      <dgm:t>
        <a:bodyPr/>
        <a:lstStyle/>
        <a:p>
          <a:endParaRPr lang="en-IN"/>
        </a:p>
      </dgm:t>
    </dgm:pt>
    <dgm:pt modelId="{104EED4A-2DD3-4652-8CCC-39C46AD821C1}" type="sibTrans" cxnId="{09C7FD04-21C3-4E6C-A49D-75D99C55F2C4}">
      <dgm:prSet/>
      <dgm:spPr/>
      <dgm:t>
        <a:bodyPr/>
        <a:lstStyle/>
        <a:p>
          <a:endParaRPr lang="en-IN"/>
        </a:p>
      </dgm:t>
    </dgm:pt>
    <dgm:pt modelId="{F9C4E01E-3B88-4E06-A825-D4547E5D8B9F}" type="pres">
      <dgm:prSet presAssocID="{2E79BE3B-C8A1-46CE-98B4-D5A5BA918F90}" presName="compositeShape" presStyleCnt="0">
        <dgm:presLayoutVars>
          <dgm:chMax val="7"/>
          <dgm:dir/>
          <dgm:resizeHandles val="exact"/>
        </dgm:presLayoutVars>
      </dgm:prSet>
      <dgm:spPr/>
    </dgm:pt>
    <dgm:pt modelId="{3BD11122-1999-4C33-9678-24108EB5570B}" type="pres">
      <dgm:prSet presAssocID="{2E79BE3B-C8A1-46CE-98B4-D5A5BA918F90}" presName="wedge1" presStyleLbl="node1" presStyleIdx="0" presStyleCnt="3"/>
      <dgm:spPr/>
    </dgm:pt>
    <dgm:pt modelId="{0509FF3A-FD61-4867-BA51-B43DA4E8BF96}" type="pres">
      <dgm:prSet presAssocID="{2E79BE3B-C8A1-46CE-98B4-D5A5BA918F90}" presName="dummy1a" presStyleCnt="0"/>
      <dgm:spPr/>
    </dgm:pt>
    <dgm:pt modelId="{B2DCC882-6222-40D4-B8E8-7357F7794887}" type="pres">
      <dgm:prSet presAssocID="{2E79BE3B-C8A1-46CE-98B4-D5A5BA918F90}" presName="dummy1b" presStyleCnt="0"/>
      <dgm:spPr/>
    </dgm:pt>
    <dgm:pt modelId="{F924AE20-9F4C-46FF-8778-57A6B57AC36E}" type="pres">
      <dgm:prSet presAssocID="{2E79BE3B-C8A1-46CE-98B4-D5A5BA918F90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BB37E69-630F-400C-9E4D-3875B899D877}" type="pres">
      <dgm:prSet presAssocID="{2E79BE3B-C8A1-46CE-98B4-D5A5BA918F90}" presName="wedge2" presStyleLbl="node1" presStyleIdx="1" presStyleCnt="3"/>
      <dgm:spPr/>
    </dgm:pt>
    <dgm:pt modelId="{B0F4AEDC-F577-41DB-9773-62AE488A8BAB}" type="pres">
      <dgm:prSet presAssocID="{2E79BE3B-C8A1-46CE-98B4-D5A5BA918F90}" presName="dummy2a" presStyleCnt="0"/>
      <dgm:spPr/>
    </dgm:pt>
    <dgm:pt modelId="{7E270B6C-DC1D-4620-9E35-E1EDB049E1CA}" type="pres">
      <dgm:prSet presAssocID="{2E79BE3B-C8A1-46CE-98B4-D5A5BA918F90}" presName="dummy2b" presStyleCnt="0"/>
      <dgm:spPr/>
    </dgm:pt>
    <dgm:pt modelId="{BB354198-CD2D-402C-9A5E-39FD390CFA25}" type="pres">
      <dgm:prSet presAssocID="{2E79BE3B-C8A1-46CE-98B4-D5A5BA918F90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F48BE8C1-9D34-40DB-B09F-0C03E51A121C}" type="pres">
      <dgm:prSet presAssocID="{2E79BE3B-C8A1-46CE-98B4-D5A5BA918F90}" presName="wedge3" presStyleLbl="node1" presStyleIdx="2" presStyleCnt="3"/>
      <dgm:spPr/>
    </dgm:pt>
    <dgm:pt modelId="{07AAD12E-74EB-4F20-A1E8-57FB970A7AB2}" type="pres">
      <dgm:prSet presAssocID="{2E79BE3B-C8A1-46CE-98B4-D5A5BA918F90}" presName="dummy3a" presStyleCnt="0"/>
      <dgm:spPr/>
    </dgm:pt>
    <dgm:pt modelId="{053E196D-DD56-4943-BEAD-19E432590AF5}" type="pres">
      <dgm:prSet presAssocID="{2E79BE3B-C8A1-46CE-98B4-D5A5BA918F90}" presName="dummy3b" presStyleCnt="0"/>
      <dgm:spPr/>
    </dgm:pt>
    <dgm:pt modelId="{4BC08862-E96D-45D9-BDB9-1F75BF4008B3}" type="pres">
      <dgm:prSet presAssocID="{2E79BE3B-C8A1-46CE-98B4-D5A5BA918F90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97E05BB3-BC59-445F-A233-C579C52AFA7C}" type="pres">
      <dgm:prSet presAssocID="{4E7869B1-E81F-4274-B1A4-880E8B636308}" presName="arrowWedge1" presStyleLbl="fgSibTrans2D1" presStyleIdx="0" presStyleCnt="3"/>
      <dgm:spPr/>
    </dgm:pt>
    <dgm:pt modelId="{4E70D685-F6E3-4AE5-87EE-2E0B2F1DA532}" type="pres">
      <dgm:prSet presAssocID="{CE8B117B-EDD8-4102-AE21-64009018BD59}" presName="arrowWedge2" presStyleLbl="fgSibTrans2D1" presStyleIdx="1" presStyleCnt="3"/>
      <dgm:spPr/>
    </dgm:pt>
    <dgm:pt modelId="{E8A3DBB4-F28F-4FF5-994C-91E856A233C2}" type="pres">
      <dgm:prSet presAssocID="{104EED4A-2DD3-4652-8CCC-39C46AD821C1}" presName="arrowWedge3" presStyleLbl="fgSibTrans2D1" presStyleIdx="2" presStyleCnt="3"/>
      <dgm:spPr/>
    </dgm:pt>
  </dgm:ptLst>
  <dgm:cxnLst>
    <dgm:cxn modelId="{09C7FD04-21C3-4E6C-A49D-75D99C55F2C4}" srcId="{2E79BE3B-C8A1-46CE-98B4-D5A5BA918F90}" destId="{9BECC03F-0072-4AB4-9996-212FC48BFC68}" srcOrd="2" destOrd="0" parTransId="{CF1A90F7-7701-4A79-A819-8D90DD94FD8C}" sibTransId="{104EED4A-2DD3-4652-8CCC-39C46AD821C1}"/>
    <dgm:cxn modelId="{4E8C7C0C-C1E2-4C8D-8078-72B16F17F98D}" type="presOf" srcId="{2E79BE3B-C8A1-46CE-98B4-D5A5BA918F90}" destId="{F9C4E01E-3B88-4E06-A825-D4547E5D8B9F}" srcOrd="0" destOrd="0" presId="urn:microsoft.com/office/officeart/2005/8/layout/cycle8"/>
    <dgm:cxn modelId="{37AA680D-4ADF-4F56-BE84-5ED85E46EE94}" type="presOf" srcId="{C006F05C-887E-4E57-837A-B8A9E197BAD8}" destId="{3BD11122-1999-4C33-9678-24108EB5570B}" srcOrd="0" destOrd="0" presId="urn:microsoft.com/office/officeart/2005/8/layout/cycle8"/>
    <dgm:cxn modelId="{03682C62-5DEB-4E7E-AA93-641F0358EF3B}" type="presOf" srcId="{430070C6-533E-4980-851A-845B8CBB5415}" destId="{BB354198-CD2D-402C-9A5E-39FD390CFA25}" srcOrd="1" destOrd="0" presId="urn:microsoft.com/office/officeart/2005/8/layout/cycle8"/>
    <dgm:cxn modelId="{FEC7E957-C4A1-4E92-82F5-A2BDF9278A29}" srcId="{2E79BE3B-C8A1-46CE-98B4-D5A5BA918F90}" destId="{430070C6-533E-4980-851A-845B8CBB5415}" srcOrd="1" destOrd="0" parTransId="{C08A4441-87D1-451E-9311-6DFA0FB740D9}" sibTransId="{CE8B117B-EDD8-4102-AE21-64009018BD59}"/>
    <dgm:cxn modelId="{C9E63579-3F14-4B4E-9BFA-0476F6E25E9B}" type="presOf" srcId="{9BECC03F-0072-4AB4-9996-212FC48BFC68}" destId="{F48BE8C1-9D34-40DB-B09F-0C03E51A121C}" srcOrd="0" destOrd="0" presId="urn:microsoft.com/office/officeart/2005/8/layout/cycle8"/>
    <dgm:cxn modelId="{EB2A2689-8AA0-445C-8E33-0AE65E11B91F}" type="presOf" srcId="{430070C6-533E-4980-851A-845B8CBB5415}" destId="{CBB37E69-630F-400C-9E4D-3875B899D877}" srcOrd="0" destOrd="0" presId="urn:microsoft.com/office/officeart/2005/8/layout/cycle8"/>
    <dgm:cxn modelId="{2919BCE0-948F-4D29-9DCF-523670096237}" type="presOf" srcId="{C006F05C-887E-4E57-837A-B8A9E197BAD8}" destId="{F924AE20-9F4C-46FF-8778-57A6B57AC36E}" srcOrd="1" destOrd="0" presId="urn:microsoft.com/office/officeart/2005/8/layout/cycle8"/>
    <dgm:cxn modelId="{FD498BF8-141E-4CBF-9C34-56B70EEFA927}" srcId="{2E79BE3B-C8A1-46CE-98B4-D5A5BA918F90}" destId="{C006F05C-887E-4E57-837A-B8A9E197BAD8}" srcOrd="0" destOrd="0" parTransId="{B49EA3A8-C650-437F-BDE6-789C36CE9AF6}" sibTransId="{4E7869B1-E81F-4274-B1A4-880E8B636308}"/>
    <dgm:cxn modelId="{E47DD1FC-57F1-49C2-BB72-DD869FF70A8D}" type="presOf" srcId="{9BECC03F-0072-4AB4-9996-212FC48BFC68}" destId="{4BC08862-E96D-45D9-BDB9-1F75BF4008B3}" srcOrd="1" destOrd="0" presId="urn:microsoft.com/office/officeart/2005/8/layout/cycle8"/>
    <dgm:cxn modelId="{8AFFF9B5-76BB-4E67-A4E2-1936503F0E6F}" type="presParOf" srcId="{F9C4E01E-3B88-4E06-A825-D4547E5D8B9F}" destId="{3BD11122-1999-4C33-9678-24108EB5570B}" srcOrd="0" destOrd="0" presId="urn:microsoft.com/office/officeart/2005/8/layout/cycle8"/>
    <dgm:cxn modelId="{6371B97D-BF72-4691-ABAA-34D68C316CD8}" type="presParOf" srcId="{F9C4E01E-3B88-4E06-A825-D4547E5D8B9F}" destId="{0509FF3A-FD61-4867-BA51-B43DA4E8BF96}" srcOrd="1" destOrd="0" presId="urn:microsoft.com/office/officeart/2005/8/layout/cycle8"/>
    <dgm:cxn modelId="{1D5E0FBA-2B64-4E6D-B42A-1ECDAC642547}" type="presParOf" srcId="{F9C4E01E-3B88-4E06-A825-D4547E5D8B9F}" destId="{B2DCC882-6222-40D4-B8E8-7357F7794887}" srcOrd="2" destOrd="0" presId="urn:microsoft.com/office/officeart/2005/8/layout/cycle8"/>
    <dgm:cxn modelId="{35D2A745-A9E4-4AA0-8B1E-0DBC34595A2D}" type="presParOf" srcId="{F9C4E01E-3B88-4E06-A825-D4547E5D8B9F}" destId="{F924AE20-9F4C-46FF-8778-57A6B57AC36E}" srcOrd="3" destOrd="0" presId="urn:microsoft.com/office/officeart/2005/8/layout/cycle8"/>
    <dgm:cxn modelId="{A3C95A0C-C3FD-4655-B95A-675FBA0B27F2}" type="presParOf" srcId="{F9C4E01E-3B88-4E06-A825-D4547E5D8B9F}" destId="{CBB37E69-630F-400C-9E4D-3875B899D877}" srcOrd="4" destOrd="0" presId="urn:microsoft.com/office/officeart/2005/8/layout/cycle8"/>
    <dgm:cxn modelId="{BDF42EBC-51E7-40AA-9C8B-C4073FB8FC64}" type="presParOf" srcId="{F9C4E01E-3B88-4E06-A825-D4547E5D8B9F}" destId="{B0F4AEDC-F577-41DB-9773-62AE488A8BAB}" srcOrd="5" destOrd="0" presId="urn:microsoft.com/office/officeart/2005/8/layout/cycle8"/>
    <dgm:cxn modelId="{51BACD52-E46F-4E51-A26F-C5781F11192A}" type="presParOf" srcId="{F9C4E01E-3B88-4E06-A825-D4547E5D8B9F}" destId="{7E270B6C-DC1D-4620-9E35-E1EDB049E1CA}" srcOrd="6" destOrd="0" presId="urn:microsoft.com/office/officeart/2005/8/layout/cycle8"/>
    <dgm:cxn modelId="{401A4F2F-6CED-4856-BA96-4B6D355F893D}" type="presParOf" srcId="{F9C4E01E-3B88-4E06-A825-D4547E5D8B9F}" destId="{BB354198-CD2D-402C-9A5E-39FD390CFA25}" srcOrd="7" destOrd="0" presId="urn:microsoft.com/office/officeart/2005/8/layout/cycle8"/>
    <dgm:cxn modelId="{1D8B5854-5C09-4D77-A62C-B804F029D0B9}" type="presParOf" srcId="{F9C4E01E-3B88-4E06-A825-D4547E5D8B9F}" destId="{F48BE8C1-9D34-40DB-B09F-0C03E51A121C}" srcOrd="8" destOrd="0" presId="urn:microsoft.com/office/officeart/2005/8/layout/cycle8"/>
    <dgm:cxn modelId="{7988F213-946A-40B7-9602-5A7E1165ECD3}" type="presParOf" srcId="{F9C4E01E-3B88-4E06-A825-D4547E5D8B9F}" destId="{07AAD12E-74EB-4F20-A1E8-57FB970A7AB2}" srcOrd="9" destOrd="0" presId="urn:microsoft.com/office/officeart/2005/8/layout/cycle8"/>
    <dgm:cxn modelId="{C0E7B57A-1191-4F46-85DF-15094D7131D1}" type="presParOf" srcId="{F9C4E01E-3B88-4E06-A825-D4547E5D8B9F}" destId="{053E196D-DD56-4943-BEAD-19E432590AF5}" srcOrd="10" destOrd="0" presId="urn:microsoft.com/office/officeart/2005/8/layout/cycle8"/>
    <dgm:cxn modelId="{F8C518B3-863B-4399-83DD-883AF8224657}" type="presParOf" srcId="{F9C4E01E-3B88-4E06-A825-D4547E5D8B9F}" destId="{4BC08862-E96D-45D9-BDB9-1F75BF4008B3}" srcOrd="11" destOrd="0" presId="urn:microsoft.com/office/officeart/2005/8/layout/cycle8"/>
    <dgm:cxn modelId="{86EFFB2D-2C36-4E47-938E-2BF727FEB8A7}" type="presParOf" srcId="{F9C4E01E-3B88-4E06-A825-D4547E5D8B9F}" destId="{97E05BB3-BC59-445F-A233-C579C52AFA7C}" srcOrd="12" destOrd="0" presId="urn:microsoft.com/office/officeart/2005/8/layout/cycle8"/>
    <dgm:cxn modelId="{40AF3D8E-130E-4051-97CB-D2492E5C1545}" type="presParOf" srcId="{F9C4E01E-3B88-4E06-A825-D4547E5D8B9F}" destId="{4E70D685-F6E3-4AE5-87EE-2E0B2F1DA532}" srcOrd="13" destOrd="0" presId="urn:microsoft.com/office/officeart/2005/8/layout/cycle8"/>
    <dgm:cxn modelId="{D58EC273-5838-42E6-9E23-3E3452A54DE0}" type="presParOf" srcId="{F9C4E01E-3B88-4E06-A825-D4547E5D8B9F}" destId="{E8A3DBB4-F28F-4FF5-994C-91E856A233C2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D11122-1999-4C33-9678-24108EB5570B}">
      <dsp:nvSpPr>
        <dsp:cNvPr id="0" name=""/>
        <dsp:cNvSpPr/>
      </dsp:nvSpPr>
      <dsp:spPr>
        <a:xfrm>
          <a:off x="1881902" y="352213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Parameter Design &amp; Calibration</a:t>
          </a:r>
          <a:endParaRPr lang="en-IN" sz="2700" kern="1200" dirty="0"/>
        </a:p>
      </dsp:txBody>
      <dsp:txXfrm>
        <a:off x="4280746" y="1316736"/>
        <a:ext cx="1625600" cy="1354666"/>
      </dsp:txXfrm>
    </dsp:sp>
    <dsp:sp modelId="{CBB37E69-630F-400C-9E4D-3875B899D877}">
      <dsp:nvSpPr>
        <dsp:cNvPr id="0" name=""/>
        <dsp:cNvSpPr/>
      </dsp:nvSpPr>
      <dsp:spPr>
        <a:xfrm>
          <a:off x="1788159" y="514773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Simulation</a:t>
          </a:r>
          <a:endParaRPr lang="en-IN" sz="2700" kern="1200" dirty="0"/>
        </a:p>
      </dsp:txBody>
      <dsp:txXfrm>
        <a:off x="2871893" y="3467946"/>
        <a:ext cx="2438400" cy="1192106"/>
      </dsp:txXfrm>
    </dsp:sp>
    <dsp:sp modelId="{F48BE8C1-9D34-40DB-B09F-0C03E51A121C}">
      <dsp:nvSpPr>
        <dsp:cNvPr id="0" name=""/>
        <dsp:cNvSpPr/>
      </dsp:nvSpPr>
      <dsp:spPr>
        <a:xfrm>
          <a:off x="1694416" y="352213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Data</a:t>
          </a:r>
          <a:endParaRPr lang="en-IN" sz="2700" kern="1200" dirty="0"/>
        </a:p>
      </dsp:txBody>
      <dsp:txXfrm>
        <a:off x="2221653" y="1316736"/>
        <a:ext cx="1625600" cy="1354666"/>
      </dsp:txXfrm>
    </dsp:sp>
    <dsp:sp modelId="{97E05BB3-BC59-445F-A233-C579C52AFA7C}">
      <dsp:nvSpPr>
        <dsp:cNvPr id="0" name=""/>
        <dsp:cNvSpPr/>
      </dsp:nvSpPr>
      <dsp:spPr>
        <a:xfrm>
          <a:off x="1600507" y="70442"/>
          <a:ext cx="5115221" cy="511522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0D685-F6E3-4AE5-87EE-2E0B2F1DA532}">
      <dsp:nvSpPr>
        <dsp:cNvPr id="0" name=""/>
        <dsp:cNvSpPr/>
      </dsp:nvSpPr>
      <dsp:spPr>
        <a:xfrm>
          <a:off x="1506389" y="232714"/>
          <a:ext cx="5115221" cy="511522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3DBB4-F28F-4FF5-994C-91E856A233C2}">
      <dsp:nvSpPr>
        <dsp:cNvPr id="0" name=""/>
        <dsp:cNvSpPr/>
      </dsp:nvSpPr>
      <dsp:spPr>
        <a:xfrm>
          <a:off x="1412270" y="70442"/>
          <a:ext cx="5115221" cy="511522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B1DC-6486-625A-1B50-805E28885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4BF51-35E6-4175-BB0B-027FDAA17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1B7F6-6A8B-9413-55EC-1B7AD4ED1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477C1-464F-6535-7D01-3632041C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2591B-AB42-BA0F-28C3-4CC4F5EB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97D8-A4DC-73DC-8768-EB91465E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B46A-38EC-6F76-B809-52482349D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DCE01-639E-8E83-4F11-CE613C29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8D4ED-6477-83C4-F3CC-F12EA80F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532A9-BDA1-7325-E8E7-876CAFA7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13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E7F7-07E5-BE4F-8261-B8B22812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9B968-059B-BA77-7516-3A8695F09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067F6-A3B7-4F2A-9F1D-B2962D57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3F43F-93D3-3882-9AA0-43F59209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98E12-B83B-C506-B73E-74EB8E58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04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D18C-9F5E-2A84-CC26-51246123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1774-0170-BC2E-8196-5AFFF2135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A4592-3D1C-6852-25DF-005DC8485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2D6D4-7148-718B-8FFC-234B270C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597F9-D920-D06B-4A64-BDFA8B1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1C465-546B-1DC1-8600-91B5241F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FA45-6BD1-0756-183E-EA3756DA0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3711A-DFA7-95A9-935B-97F1752ED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BA340-D17A-9A9A-9AB3-143FB0755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DEB7F-C0C0-81C5-EA56-C9C5A4D2F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04FDC-5865-437F-4CC2-6A968B2F4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A07A1-5609-5D7D-6A0A-D5E089BC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A5A923-B49D-32BA-EBFB-DE0A2088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2EA0A-4F78-4EF0-791A-CA60ED85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9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3597-9D63-C697-7714-CDCBAA55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C1679-985B-3D21-A396-CFD9CB81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A4672-2D36-FB20-5BAA-8DBC7ADF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EA0F-AABF-0BA3-A86C-DB84FE6B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68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7766E-F46F-02E1-2FA4-54024FFA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85758-21EF-7562-74DB-DD4194A4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34C1B-11BF-8AB3-55C5-A622957B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60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F057-552C-B6E8-94DB-1C294A25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A4AD-8933-D5AE-441A-244E0B430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45A14-4B9C-78DD-A967-14A6185D2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90-1A61-D944-5F3C-EB7BCA04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56B94-03CD-3BDD-D099-B2DA3214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048EF-2266-5F21-A473-C2A11B3D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8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571D-FB51-411E-B9C1-8AE3E2A9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7C7F1-8867-40AC-D183-B89B44ABC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134DD-EF1B-0A8D-92C7-FAA2CE4E1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8AFC4-EC4E-C414-5006-8F62E93A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C1C3C-76FB-70E9-28EC-172A1B81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1DFE5-2C8A-078D-463D-BDEB9C66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62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4FE-25E3-89F7-1C75-4A77C823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65F59-9108-E982-6DF0-CF204314A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73DB-0A4B-CF35-8327-E4B612D0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CD43E-0B2C-6DA3-9A6F-4651054F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C91D8-9766-CE66-6E08-947ACD6C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34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BB9D96-BEEA-034C-DD74-886376E1A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F6687-5CA0-2012-A8AB-5A5DDCF70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7098-CA75-97C2-9B43-63652299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297FD-7E72-34D2-95C5-297DE83C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A9111-96D9-FAA4-A68C-0A926E69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5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66A7E8-9EB8-DD3A-F07A-8BD65091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BF83A-348E-B66C-B4EC-30786CC09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DD30-3CD6-A4A2-5949-D28174A1B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6624D-41D0-4B85-9FC2-DEB2F4D4D79E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425EE-5729-709F-55C0-83BCB1FE7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1B772-7DE1-76A8-6519-63C6A2A0F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1D8ED-3CE0-4676-9B8D-467C4C0D0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87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D6C58C-7B9A-61A1-E246-F64BC0F64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054476"/>
              </p:ext>
            </p:extLst>
          </p:nvPr>
        </p:nvGraphicFramePr>
        <p:xfrm>
          <a:off x="1863558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21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Ramaswamy</dc:creator>
  <cp:lastModifiedBy>Ashwin Ramaswamy</cp:lastModifiedBy>
  <cp:revision>1</cp:revision>
  <dcterms:created xsi:type="dcterms:W3CDTF">2026-08-30T11:28:55Z</dcterms:created>
  <dcterms:modified xsi:type="dcterms:W3CDTF">2026-08-30T11:29:16Z</dcterms:modified>
</cp:coreProperties>
</file>